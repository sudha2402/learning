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5" r:id="rId2"/>
  </p:sldIdLst>
  <p:sldSz cx="6858000" cy="9906000" type="A4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D66"/>
    <a:srgbClr val="344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1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64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8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7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62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3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5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30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980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3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70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1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3B764-7133-49C6-87B1-D55907A06036}" type="datetimeFigureOut">
              <a:rPr lang="en-IN" smtClean="0"/>
              <a:t>30-01-2025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2956B-18B3-43F1-9521-EE4BEDAF99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7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2897" y="1635170"/>
            <a:ext cx="6176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latin typeface="Devanagari" panose="00000400000000000000" pitchFamily="2" charset="0"/>
              </a:rPr>
              <a:t>%)</a:t>
            </a:r>
            <a:r>
              <a:rPr lang="en-IN" sz="3600" b="1" dirty="0" err="1" smtClean="0">
                <a:latin typeface="Devanagari" panose="00000400000000000000" pitchFamily="2" charset="0"/>
              </a:rPr>
              <a:t>jL</a:t>
            </a:r>
            <a:r>
              <a:rPr lang="en-IN" sz="3600" b="1" dirty="0" smtClean="0">
                <a:latin typeface="Devanagari" panose="00000400000000000000" pitchFamily="2" charset="0"/>
              </a:rPr>
              <a:t> </a:t>
            </a:r>
            <a:r>
              <a:rPr lang="en-IN" sz="3600" b="1" dirty="0" smtClean="0">
                <a:latin typeface="Devanagari" panose="00000400000000000000" pitchFamily="2" charset="0"/>
              </a:rPr>
              <a:t>/</a:t>
            </a:r>
            <a:r>
              <a:rPr lang="en-IN" sz="3600" b="1" dirty="0" smtClean="0">
                <a:latin typeface="Devanagari" panose="00000400000000000000" pitchFamily="2" charset="0"/>
              </a:rPr>
              <a:t>fi6«Lo </a:t>
            </a:r>
            <a:r>
              <a:rPr lang="en-IN" sz="3600" b="1" dirty="0" smtClean="0">
                <a:latin typeface="Devanagari" panose="00000400000000000000" pitchFamily="2" charset="0"/>
              </a:rPr>
              <a:t>/</a:t>
            </a:r>
            <a:r>
              <a:rPr lang="en-IN" sz="3600" b="1" dirty="0" err="1" smtClean="0">
                <a:latin typeface="Devanagari" panose="00000400000000000000" pitchFamily="2" charset="0"/>
              </a:rPr>
              <a:t>fO</a:t>
            </a:r>
            <a:r>
              <a:rPr lang="en-IN" sz="3600" b="1" dirty="0" smtClean="0">
                <a:latin typeface="Devanagari" panose="00000400000000000000" pitchFamily="2" charset="0"/>
              </a:rPr>
              <a:t>{©N; </a:t>
            </a:r>
            <a:r>
              <a:rPr lang="en-IN" sz="3600" b="1" dirty="0" smtClean="0">
                <a:latin typeface="Devanagari" panose="00000400000000000000" pitchFamily="2" charset="0"/>
              </a:rPr>
              <a:t>-</a:t>
            </a:r>
            <a:r>
              <a:rPr lang="en-IN" sz="3600" b="1" dirty="0" err="1" smtClean="0">
                <a:latin typeface="Devanagari" panose="00000400000000000000" pitchFamily="2" charset="0"/>
              </a:rPr>
              <a:t>s'dfpF</a:t>
            </a:r>
            <a:r>
              <a:rPr lang="en-IN" sz="3600" b="1">
                <a:latin typeface="Devanagari" panose="00000400000000000000" pitchFamily="2" charset="0"/>
              </a:rPr>
              <a:t> </a:t>
            </a:r>
            <a:r>
              <a:rPr lang="en-IN" sz="3600" b="1" smtClean="0">
                <a:latin typeface="Devanagari" panose="00000400000000000000" pitchFamily="2" charset="0"/>
              </a:rPr>
              <a:t>®]</a:t>
            </a:r>
            <a:r>
              <a:rPr lang="en-IN" sz="3600" b="1" dirty="0" err="1" smtClean="0">
                <a:latin typeface="Devanagari" panose="00000400000000000000" pitchFamily="2" charset="0"/>
              </a:rPr>
              <a:t>hLd</a:t>
            </a:r>
            <a:r>
              <a:rPr lang="en-IN" sz="3600" b="1" dirty="0" smtClean="0">
                <a:latin typeface="Devanagari" panose="00000400000000000000" pitchFamily="2" charset="0"/>
              </a:rPr>
              <a:t>]+6_</a:t>
            </a:r>
            <a:endParaRPr lang="en-IN" sz="3600" b="1" dirty="0">
              <a:latin typeface="Devanagari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58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</TotalTime>
  <Words>16</Words>
  <Application>Microsoft Office PowerPoint</Application>
  <PresentationFormat>A4 Paper (210x297 mm)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Devanagari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IW PM ACTIVITY</dc:creator>
  <cp:lastModifiedBy>IW PM ACTIVITY</cp:lastModifiedBy>
  <cp:revision>51</cp:revision>
  <cp:lastPrinted>2025-01-30T13:42:56Z</cp:lastPrinted>
  <dcterms:created xsi:type="dcterms:W3CDTF">2025-01-14T06:31:47Z</dcterms:created>
  <dcterms:modified xsi:type="dcterms:W3CDTF">2025-01-30T15:41:44Z</dcterms:modified>
</cp:coreProperties>
</file>